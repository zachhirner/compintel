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Research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Hirner  |  PMM Team  |  Summer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0" y="0"/>
            <a:ext cx="3474720" cy="2743200"/>
          </a:xfrm>
          <a:prstGeom prst="rect">
            <a:avLst/>
          </a:prstGeom>
          <a:solidFill>
            <a:srgbClr val="1A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2286000"/>
            <a:ext cx="2011680" cy="201168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3657600"/>
            <a:ext cx="2560320" cy="3200400"/>
          </a:xfrm>
          <a:prstGeom prst="rect">
            <a:avLst/>
          </a:prstGeom>
          <a:solidFill>
            <a:srgbClr val="00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Tricentis.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474720" cy="512064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Hirner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 Intern — Summer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017520" cy="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Marketing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CI Research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91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end-to-end from scratch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667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· Selenium · GitHub Actions · Claude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1051560"/>
            <a:ext cx="3749040" cy="5120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51960" y="1691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scraping pipeline — 5 competitors, 50+ URLs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1960" y="23500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detection: line-level diffs every run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30083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Actions: Mon / Wed / Fri 8:30 AM auto-runs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366674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health monitoring: every other day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51960" y="43251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conversational AI agents built on top of the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51960" y="4983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 report structure + battle-ready intel output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051560"/>
            <a:ext cx="3657600" cy="5120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1691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Tricentis is building a full competitive intelligence program. The PMM team needed a scalable, automated foundation.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75320" y="2788920"/>
            <a:ext cx="32004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75320" y="33101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Always-on competitive monitoring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75320" y="3877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answers from a research agent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4439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One-command competitor onboarding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to Solve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PMM intern, I was tasked with building an automated CI agent using Claude — Tricentis' goal: create a full competitive intelligence program from the ground up.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749040" cy="4754880"/>
          </a:xfrm>
          <a:prstGeom prst="rect">
            <a:avLst/>
          </a:prstGeom>
          <a:solidFill>
            <a:srgbClr val="FFF8E6"/>
          </a:solidFill>
          <a:ln w="12700">
            <a:solidFill>
              <a:srgbClr val="FBD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3383280" cy="0"/>
          </a:xfrm>
          <a:prstGeom prst="line">
            <a:avLst/>
          </a:prstGeom>
          <a:noFill/>
          <a:ln w="12700">
            <a:solidFill>
              <a:srgbClr val="FBD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Time-intensive — no repeatable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Things were slipping through the cracks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consistent format or distribution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4988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also needed for thought leadership content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5230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competitors had no fast path to coverage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3749040" cy="475488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Goes Stale Quickly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2212848"/>
            <a:ext cx="33832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3042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Competitors update pricing, messaging, and products constantly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0358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assets often months out of 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37673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 posts, tweets, and reviews missed between checks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44988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systematic refresh cadence in place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645920"/>
            <a:ext cx="3749040" cy="47548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System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66760" y="2212848"/>
            <a:ext cx="3383280" cy="0"/>
          </a:xfrm>
          <a:prstGeom prst="line">
            <a:avLst/>
          </a:prstGeom>
          <a:noFill/>
          <a:ln w="12700">
            <a:solidFill>
              <a:srgbClr val="FEB2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3042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Changes caught only when someone had time to look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30358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early warnings: risk losing market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7673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 moves go unnoticed until it's too late in a deal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44988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signal when a competitor launches a new campaign or claim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long would it take you to check what 5 competitors changed on their websites, social media, and analyst coverage this morning?"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Would 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5394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2.5+ Hours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572000" cy="0"/>
          </a:xfrm>
          <a:prstGeom prst="line">
            <a:avLst/>
          </a:prstGeom>
          <a:noFill/>
          <a:ln w="12700">
            <a:solidFill>
              <a:srgbClr val="FEB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Competitors to check: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Keysight (Eggplant)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Playwright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UiPath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3464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per competitor: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578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 Website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2898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 / Twitter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538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YouTube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3858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Analyst Coverage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178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Sites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537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compare to last run, write summary, distribute to team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1005840"/>
            <a:ext cx="6126480" cy="5394960"/>
          </a:xfrm>
          <a:prstGeom prst="rect">
            <a:avLst/>
          </a:prstGeom>
          <a:solidFill>
            <a:srgbClr val="EDFAF9"/>
          </a:solidFill>
          <a:ln w="12700">
            <a:solidFill>
              <a:srgbClr val="9AE6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0972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14813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5852160" y="2148840"/>
            <a:ext cx="5669280" cy="0"/>
          </a:xfrm>
          <a:prstGeom prst="line">
            <a:avLst/>
          </a:prstGeom>
          <a:noFill/>
          <a:ln w="12700">
            <a:solidFill>
              <a:srgbClr val="9AE6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286000"/>
            <a:ext cx="5669280" cy="3931920"/>
          </a:xfrm>
          <a:prstGeom prst="rect">
            <a:avLst/>
          </a:prstGeom>
          <a:solidFill>
            <a:srgbClr val="F0FBF9"/>
          </a:solidFill>
          <a:ln w="12700">
            <a:solidFill>
              <a:srgbClr val="9AE6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Intelligence Report Output]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— What You Ask, What You 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in Claude: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the delta report from August 8th — show me only the actionable items"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Structured delta report output from 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actionable competitive signals by competitor]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End-to-End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4688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/ Tue / Thu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2860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Visits all 50+ URLs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status codes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 GitHub issue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3282696"/>
            <a:ext cx="274320" cy="109728"/>
          </a:xfrm>
          <a:prstGeom prst="rect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1097280"/>
            <a:ext cx="246888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600200"/>
            <a:ext cx="24688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/ Wed / Fri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383280"/>
            <a:ext cx="22860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Selenium headless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competitors 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Stealth browser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bypass blocks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3282696"/>
            <a:ext cx="274320" cy="109728"/>
          </a:xfrm>
          <a:prstGeom prst="rect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600200"/>
            <a:ext cx="24688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383280"/>
            <a:ext cx="22860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Line-level diff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prior run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filtered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(cookies, banners)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new posts,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changes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86800" y="3282696"/>
            <a:ext cx="274320" cy="109728"/>
          </a:xfrm>
          <a:prstGeom prst="rect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98280" y="1097280"/>
            <a:ext cx="246888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98280" y="1600200"/>
            <a:ext cx="24688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18972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89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89720" y="3383280"/>
            <a:ext cx="22860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972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synthesizes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18972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output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8972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intel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instantly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1722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— zero human involvement. Data versioned in GitHub after every run.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Being Tracked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competitors × 4 source types — 50+ URLs monitored every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011680" cy="621792"/>
          </a:xfrm>
          <a:prstGeom prst="rect">
            <a:avLst/>
          </a:prstGeom>
          <a:solidFill>
            <a:srgbClr val="003B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987552"/>
            <a:ext cx="2011680" cy="621792"/>
          </a:xfrm>
          <a:prstGeom prst="rect">
            <a:avLst/>
          </a:prstGeom>
          <a:solidFill>
            <a:srgbClr val="003B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7899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987552"/>
            <a:ext cx="2011680" cy="621792"/>
          </a:xfrm>
          <a:prstGeom prst="rect">
            <a:avLst/>
          </a:prstGeom>
          <a:solidFill>
            <a:srgbClr val="003B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07899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987552"/>
            <a:ext cx="2468880" cy="621792"/>
          </a:xfrm>
          <a:prstGeom prst="rect">
            <a:avLst/>
          </a:prstGeom>
          <a:solidFill>
            <a:srgbClr val="003B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078992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987552"/>
            <a:ext cx="2286000" cy="621792"/>
          </a:xfrm>
          <a:prstGeom prst="rect">
            <a:avLst/>
          </a:prstGeom>
          <a:solidFill>
            <a:srgbClr val="003B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2832" y="1078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609344"/>
            <a:ext cx="20116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00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AccelQ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1609344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700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609344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700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609344"/>
            <a:ext cx="24688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007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1609344"/>
            <a:ext cx="228600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17007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231136"/>
            <a:ext cx="2011680" cy="62179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225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Keysight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7440" y="2231136"/>
            <a:ext cx="2011680" cy="621792"/>
          </a:xfrm>
          <a:prstGeom prst="rect">
            <a:avLst/>
          </a:prstGeom>
          <a:solidFill>
            <a:srgbClr val="FEFCB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23225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2231136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225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231136"/>
            <a:ext cx="24688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3225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69680" y="2231136"/>
            <a:ext cx="228600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3225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852928"/>
            <a:ext cx="20116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OpenText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377440" y="2852928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2852928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2852928"/>
            <a:ext cx="24688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9443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69680" y="2852928"/>
            <a:ext cx="228600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2944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474720"/>
            <a:ext cx="2011680" cy="62179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377440" y="3474720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389120" y="3474720"/>
            <a:ext cx="2011680" cy="621792"/>
          </a:xfrm>
          <a:prstGeom prst="rect">
            <a:avLst/>
          </a:prstGeom>
          <a:solidFill>
            <a:srgbClr val="FEFCB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3474720"/>
            <a:ext cx="24688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5661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869680" y="3474720"/>
            <a:ext cx="228600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0" y="35661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096512"/>
            <a:ext cx="20116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87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377440" y="4096512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4187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389120" y="4096512"/>
            <a:ext cx="20116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4187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400800" y="4096512"/>
            <a:ext cx="246888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4187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869680" y="4096512"/>
            <a:ext cx="228600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1120" y="41879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65760" y="4855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280160" y="4892040"/>
            <a:ext cx="1097280" cy="274320"/>
          </a:xfrm>
          <a:prstGeom prst="rect">
            <a:avLst/>
          </a:prstGeom>
          <a:solidFill>
            <a:srgbClr val="C6F6D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2588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 = Full content captured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14800" y="4892040"/>
            <a:ext cx="1280160" cy="274320"/>
          </a:xfrm>
          <a:prstGeom prst="rect">
            <a:avLst/>
          </a:prstGeom>
          <a:solidFill>
            <a:srgbClr val="FEFCB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6052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 = Bot-detection / login wall encountered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The Pipeline Running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GitHub Actions workflow → Scrape run → File structure → Raw delta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6576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502920" cy="50292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Health Check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health check workflow run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flagged URL in GitHub Issues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3474720" cy="1508760"/>
          </a:xfrm>
          <a:prstGeom prst="rect">
            <a:avLst/>
          </a:prstGeom>
          <a:solidFill>
            <a:srgbClr val="06102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3484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057400"/>
            <a:ext cx="36576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194560"/>
            <a:ext cx="502920" cy="50292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Workflow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scrape run — show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jobs running in parallel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4434840"/>
            <a:ext cx="3474720" cy="1508760"/>
          </a:xfrm>
          <a:prstGeom prst="rect">
            <a:avLst/>
          </a:prstGeom>
          <a:solidFill>
            <a:srgbClr val="06102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43484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057400"/>
            <a:ext cx="36576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+ Delta 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data/ folder — show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and delta_report.json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4434840"/>
            <a:ext cx="3474720" cy="1508760"/>
          </a:xfrm>
          <a:prstGeom prst="rect">
            <a:avLst/>
          </a:prstGeom>
          <a:solidFill>
            <a:srgbClr val="06102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43484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AI 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pipeline — each one is a separate conversational agent with its own instructions, logic, and output format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1737360"/>
          </a:xfrm>
          <a:prstGeom prst="rect">
            <a:avLst/>
          </a:prstGeom>
          <a:solidFill>
            <a:srgbClr val="EDFAF9"/>
          </a:solidFill>
          <a:ln w="12700">
            <a:solidFill>
              <a:srgbClr val="9AE6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594360" cy="59436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207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 Monitor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(formerly: Scheduled Intel Reference)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9019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latest pipeline data for any tracked competitor and delivers a structured CI report — supplemented with live web research on demand.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Ask: "What's new with UiPath this week?"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764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Returns: full structured report with sources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2677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Covers: website, social, analyst, reviews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1430000" cy="1737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BD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81528"/>
            <a:ext cx="594360" cy="59436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81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83080" y="3081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Research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(formerly: Ad-Hoc Research)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7764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any competitor not yet in the pipeline. Discovers 50+ URLs, visits every source, and produces a full CI report in minutes.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136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Ask: "Research Tricentis competitor X"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639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Discovers URLs, scrapes, synthesizes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4142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Includes deal intel + competitive positioning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11430000" cy="1737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956048"/>
            <a:ext cx="594360" cy="59436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956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83080" y="4956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Builder Agent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78308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(formerly: Script Generator)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56509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all scraper files for a new competitor and opens a GitHub PR automatically. One command adds permanent tracking.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5010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Ask: "Add [Company] to the pipeline"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5513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Generates 5 files + updates main.py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6016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Opens GitHub PR for review &amp; merge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Integrations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17320" y="1051560"/>
            <a:ext cx="54864" cy="5349240"/>
          </a:xfrm>
          <a:prstGeom prst="rect">
            <a:avLst/>
          </a:prstGeom>
          <a:solidFill>
            <a:srgbClr val="CBD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216152"/>
            <a:ext cx="420624" cy="420624"/>
          </a:xfrm>
          <a:prstGeom prst="ellipse">
            <a:avLst/>
          </a:prstGeom>
          <a:solidFill>
            <a:srgbClr val="2767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234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Complete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9875520" cy="1188720"/>
          </a:xfrm>
          <a:prstGeom prst="rect">
            <a:avLst/>
          </a:prstGeom>
          <a:solidFill>
            <a:srgbClr val="C6F6D5"/>
          </a:solidFill>
          <a:ln w="12700">
            <a:solidFill>
              <a:srgbClr val="9AE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+ AI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545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competitors, 50+ URLs, 3× per week automated runs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57400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detection with noise filtering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1545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specialized AI agents (Monitor, Research, Builder)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health monitoring every other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34440" y="2587752"/>
            <a:ext cx="420624" cy="420624"/>
          </a:xfrm>
          <a:prstGeom prst="ellipse">
            <a:avLst/>
          </a:prstGeom>
          <a:solidFill>
            <a:srgbClr val="1A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~2 Weeks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468880"/>
            <a:ext cx="9875520" cy="11887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514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Auto-Summaries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916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summaries auto-generated on every pipeline run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3264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High-signal changes analyzed and explained automatically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2916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prompt required — runs silently in the background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34440" y="3959352"/>
            <a:ext cx="420624" cy="420624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3840480"/>
            <a:ext cx="9875520" cy="1188720"/>
          </a:xfrm>
          <a:prstGeom prst="rect">
            <a:avLst/>
          </a:prstGeom>
          <a:solidFill>
            <a:srgbClr val="EDFAF9"/>
          </a:solidFill>
          <a:ln w="12700">
            <a:solidFill>
              <a:srgbClr val="9AE6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886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42885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Mon/Wed/Fri brief delivered to competitive intel channel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57400" y="4636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questions directly in Slack — get structured reports back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0" y="42885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"What changed with OpenText this week?" → instant answer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34440" y="5330952"/>
            <a:ext cx="420624" cy="420624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" y="53492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5212080"/>
            <a:ext cx="987552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BD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5257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Showpad 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57400" y="56601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Battle cards auto-updated when pipeline detects a messaging change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57400" y="6007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competitor claims flagged and pushed to Showpad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56601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team always has the freshest enablement content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6419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Tricentis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58400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59568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60736" y="645566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61904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63072" y="645566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64240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65408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66576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67744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68912" y="64556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0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59568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60736" y="6638544"/>
            <a:ext cx="91440" cy="91440"/>
          </a:xfrm>
          <a:prstGeom prst="ellipse">
            <a:avLst/>
          </a:prstGeom>
          <a:solidFill>
            <a:srgbClr val="F4A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61904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63072" y="6638544"/>
            <a:ext cx="91440" cy="914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64240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65408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66576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667744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68912" y="66385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658600" y="6419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840480"/>
            <a:ext cx="3931920" cy="3017520"/>
          </a:xfrm>
          <a:prstGeom prst="rect">
            <a:avLst/>
          </a:prstGeom>
          <a:solidFill>
            <a:srgbClr val="051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Answers+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03B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us on social media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2026-08-10T13:48:01Z</dcterms:created>
  <dcterms:modified xsi:type="dcterms:W3CDTF">2026-08-10T13:48:01Z</dcterms:modified>
</cp:coreProperties>
</file>